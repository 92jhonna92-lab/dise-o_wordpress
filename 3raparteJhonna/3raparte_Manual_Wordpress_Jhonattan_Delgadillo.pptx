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65" r:id="rId2"/>
    <p:sldId id="266" r:id="rId3"/>
    <p:sldId id="267" r:id="rId4"/>
    <p:sldId id="268" r:id="rId5"/>
    <p:sldId id="270" r:id="rId6"/>
    <p:sldId id="271" r:id="rId7"/>
    <p:sldId id="272" r:id="rId8"/>
  </p:sldIdLst>
  <p:sldSz cx="12192000" cy="6858000"/>
  <p:notesSz cx="6858000" cy="12192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aleway" panose="020B0604020202020204" charset="0"/>
      <p:regular r:id="rId14"/>
    </p:embeddedFont>
    <p:embeddedFont>
      <p:font typeface="Roboto" panose="020B0604020202020204" charset="0"/>
      <p:regular r:id="rId15"/>
    </p:embeddedFont>
    <p:embeddedFont>
      <p:font typeface="Roboto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25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3">
            <a:extLst>
              <a:ext uri="{FF2B5EF4-FFF2-40B4-BE49-F238E27FC236}">
                <a16:creationId xmlns:a16="http://schemas.microsoft.com/office/drawing/2014/main" id="{7596010F-8386-490F-B6C6-73277405856A}"/>
              </a:ext>
            </a:extLst>
          </p:cNvPr>
          <p:cNvSpPr/>
          <p:nvPr/>
        </p:nvSpPr>
        <p:spPr>
          <a:xfrm>
            <a:off x="9095336" y="307909"/>
            <a:ext cx="3008575" cy="5400637"/>
          </a:xfrm>
          <a:prstGeom prst="roundRect">
            <a:avLst>
              <a:gd name="adj" fmla="val 4676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D28B02A0-78C2-4D00-BF4D-ED38843F8768}"/>
              </a:ext>
            </a:extLst>
          </p:cNvPr>
          <p:cNvSpPr/>
          <p:nvPr/>
        </p:nvSpPr>
        <p:spPr>
          <a:xfrm>
            <a:off x="-12836" y="0"/>
            <a:ext cx="9007247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4" name="Text 1"/>
          <p:cNvSpPr/>
          <p:nvPr/>
        </p:nvSpPr>
        <p:spPr>
          <a:xfrm>
            <a:off x="9227677" y="573175"/>
            <a:ext cx="2638147" cy="2038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¡Ya tienes WordPress instalado!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9506882" y="2605046"/>
            <a:ext cx="2124963" cy="4078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 completado la instalación local. Los siguientes pasos son instalar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Elementor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el plugin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 Elements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desde el panel de administración de WordPress en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localhost/</a:t>
            </a:r>
            <a:r>
              <a:rPr lang="en-US" sz="1450" b="1" dirty="0" err="1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diseñografico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/wp-admin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942B4B4-54A9-4468-8B19-E1F5ACEB8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9" y="307910"/>
            <a:ext cx="8858638" cy="5943600"/>
          </a:xfrm>
          <a:prstGeom prst="rect">
            <a:avLst/>
          </a:prstGeom>
        </p:spPr>
      </p:pic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5717CC18-BEE9-41B3-A402-86854C9C946C}"/>
              </a:ext>
            </a:extLst>
          </p:cNvPr>
          <p:cNvSpPr/>
          <p:nvPr/>
        </p:nvSpPr>
        <p:spPr>
          <a:xfrm rot="10800000">
            <a:off x="661779" y="3554963"/>
            <a:ext cx="607183" cy="34477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228B509-35D2-49D2-BB74-EFD6FCEB9051}"/>
              </a:ext>
            </a:extLst>
          </p:cNvPr>
          <p:cNvSpPr/>
          <p:nvPr/>
        </p:nvSpPr>
        <p:spPr>
          <a:xfrm>
            <a:off x="10990729" y="6508376"/>
            <a:ext cx="1201271" cy="3496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34F2ED22-AF5D-45DE-90C8-3A33D726DD0A}"/>
              </a:ext>
            </a:extLst>
          </p:cNvPr>
          <p:cNvSpPr/>
          <p:nvPr/>
        </p:nvSpPr>
        <p:spPr>
          <a:xfrm>
            <a:off x="9047057" y="1732236"/>
            <a:ext cx="3056853" cy="2277036"/>
          </a:xfrm>
          <a:prstGeom prst="roundRect">
            <a:avLst>
              <a:gd name="adj" fmla="val 4676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5215011A-A321-42FD-BA0F-45A22173C3A0}"/>
              </a:ext>
            </a:extLst>
          </p:cNvPr>
          <p:cNvSpPr/>
          <p:nvPr/>
        </p:nvSpPr>
        <p:spPr>
          <a:xfrm>
            <a:off x="-12836" y="0"/>
            <a:ext cx="9007247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E743F62-07DE-4171-9C36-C8613C94EEBB}"/>
              </a:ext>
            </a:extLst>
          </p:cNvPr>
          <p:cNvSpPr/>
          <p:nvPr/>
        </p:nvSpPr>
        <p:spPr>
          <a:xfrm>
            <a:off x="9360097" y="1965781"/>
            <a:ext cx="26720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🔌</a:t>
            </a: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Instalar Elementor</a:t>
            </a:r>
            <a:endParaRPr lang="en-US" sz="18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CFC0826-2888-4F4D-8C3F-9B1EB2AC7C32}"/>
              </a:ext>
            </a:extLst>
          </p:cNvPr>
          <p:cNvSpPr/>
          <p:nvPr/>
        </p:nvSpPr>
        <p:spPr>
          <a:xfrm>
            <a:off x="9360098" y="2387022"/>
            <a:ext cx="2672093" cy="1308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Plugins → Añadir nuevo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busca "Elementor" e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instálalo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gratis</a:t>
            </a:r>
            <a:r>
              <a:rPr lang="es-BO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.(Puedes iniciar sesión o darle a omitir)</a:t>
            </a:r>
            <a:endParaRPr lang="es-BO" sz="145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1FA684C-49B3-466D-A7A6-BB24579B3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0" y="490863"/>
            <a:ext cx="8901953" cy="588913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7040B0E-EC0A-4203-AB8C-7075340551E3}"/>
              </a:ext>
            </a:extLst>
          </p:cNvPr>
          <p:cNvSpPr/>
          <p:nvPr/>
        </p:nvSpPr>
        <p:spPr>
          <a:xfrm>
            <a:off x="1018067" y="2726504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b="0" cap="none" spc="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4BDE478-A023-4326-AB5D-F946AB081F78}"/>
              </a:ext>
            </a:extLst>
          </p:cNvPr>
          <p:cNvSpPr/>
          <p:nvPr/>
        </p:nvSpPr>
        <p:spPr>
          <a:xfrm>
            <a:off x="1023895" y="3239831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0498CFC-6101-4706-99C8-349E47D9C8BA}"/>
              </a:ext>
            </a:extLst>
          </p:cNvPr>
          <p:cNvSpPr/>
          <p:nvPr/>
        </p:nvSpPr>
        <p:spPr>
          <a:xfrm>
            <a:off x="7602071" y="1297690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1F288E5-AF81-4AE1-AAAA-6F5DDCD45059}"/>
              </a:ext>
            </a:extLst>
          </p:cNvPr>
          <p:cNvSpPr/>
          <p:nvPr/>
        </p:nvSpPr>
        <p:spPr>
          <a:xfrm>
            <a:off x="4249272" y="2581835"/>
            <a:ext cx="708210" cy="541298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0C6CB67A-56F0-415D-A5E2-94C181390884}"/>
              </a:ext>
            </a:extLst>
          </p:cNvPr>
          <p:cNvSpPr/>
          <p:nvPr/>
        </p:nvSpPr>
        <p:spPr>
          <a:xfrm rot="10800000">
            <a:off x="776019" y="3459324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3571FB78-7422-41C3-872A-CB29D78238E9}"/>
              </a:ext>
            </a:extLst>
          </p:cNvPr>
          <p:cNvSpPr/>
          <p:nvPr/>
        </p:nvSpPr>
        <p:spPr>
          <a:xfrm rot="10800000">
            <a:off x="776019" y="2952803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120655A6-4419-4CE9-BB11-747425B1766E}"/>
              </a:ext>
            </a:extLst>
          </p:cNvPr>
          <p:cNvSpPr/>
          <p:nvPr/>
        </p:nvSpPr>
        <p:spPr>
          <a:xfrm rot="10800000">
            <a:off x="7347147" y="1512081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E4A5AD0-AA4E-4FD7-851A-1EB4EF2E1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271" y="4139802"/>
            <a:ext cx="2110431" cy="1710210"/>
          </a:xfrm>
          <a:prstGeom prst="rect">
            <a:avLst/>
          </a:prstGeom>
        </p:spPr>
      </p:pic>
      <p:sp>
        <p:nvSpPr>
          <p:cNvPr id="17" name="Elipse 16">
            <a:extLst>
              <a:ext uri="{FF2B5EF4-FFF2-40B4-BE49-F238E27FC236}">
                <a16:creationId xmlns:a16="http://schemas.microsoft.com/office/drawing/2014/main" id="{4D3B5175-F8D6-4CE3-9D15-936BCE3CAAEA}"/>
              </a:ext>
            </a:extLst>
          </p:cNvPr>
          <p:cNvSpPr/>
          <p:nvPr/>
        </p:nvSpPr>
        <p:spPr>
          <a:xfrm>
            <a:off x="10246659" y="5522258"/>
            <a:ext cx="448235" cy="215153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9AEEC05-B7F6-4E99-A7A1-22B68A421D72}"/>
              </a:ext>
            </a:extLst>
          </p:cNvPr>
          <p:cNvSpPr/>
          <p:nvPr/>
        </p:nvSpPr>
        <p:spPr>
          <a:xfrm>
            <a:off x="10990729" y="6508376"/>
            <a:ext cx="1201271" cy="3496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7283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6207F1-5A6B-4761-A22D-1B3919ECB3D0}"/>
              </a:ext>
            </a:extLst>
          </p:cNvPr>
          <p:cNvSpPr/>
          <p:nvPr/>
        </p:nvSpPr>
        <p:spPr>
          <a:xfrm>
            <a:off x="-12836" y="0"/>
            <a:ext cx="9007247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675DA4B-01E5-400D-A464-012F7157CCB4}"/>
              </a:ext>
            </a:extLst>
          </p:cNvPr>
          <p:cNvSpPr/>
          <p:nvPr/>
        </p:nvSpPr>
        <p:spPr>
          <a:xfrm>
            <a:off x="10990729" y="6508376"/>
            <a:ext cx="1201271" cy="3496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F6A9B0-BC0B-4777-BFE1-130C1BF93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3" y="85715"/>
            <a:ext cx="8928847" cy="494348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DC978A1-BE05-4D95-B794-EA374F956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795" y="5072058"/>
            <a:ext cx="5463125" cy="1743084"/>
          </a:xfrm>
          <a:prstGeom prst="rect">
            <a:avLst/>
          </a:prstGeom>
        </p:spPr>
      </p:pic>
      <p:sp>
        <p:nvSpPr>
          <p:cNvPr id="7" name="Shape 6">
            <a:extLst>
              <a:ext uri="{FF2B5EF4-FFF2-40B4-BE49-F238E27FC236}">
                <a16:creationId xmlns:a16="http://schemas.microsoft.com/office/drawing/2014/main" id="{2C221653-1539-4E3B-B47E-FBC1F0A0CC71}"/>
              </a:ext>
            </a:extLst>
          </p:cNvPr>
          <p:cNvSpPr/>
          <p:nvPr/>
        </p:nvSpPr>
        <p:spPr>
          <a:xfrm>
            <a:off x="9033610" y="2435374"/>
            <a:ext cx="3056853" cy="1671141"/>
          </a:xfrm>
          <a:prstGeom prst="roundRect">
            <a:avLst>
              <a:gd name="adj" fmla="val 4676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D3D6072-04A5-4BE6-B74C-D79131E14EF7}"/>
              </a:ext>
            </a:extLst>
          </p:cNvPr>
          <p:cNvSpPr/>
          <p:nvPr/>
        </p:nvSpPr>
        <p:spPr>
          <a:xfrm>
            <a:off x="9225990" y="2627760"/>
            <a:ext cx="26720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Instalar Pro Elements</a:t>
            </a:r>
            <a:endParaRPr lang="en-US" sz="18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FF9F5F32-7E11-46F9-90FC-FFCD24A42CD8}"/>
              </a:ext>
            </a:extLst>
          </p:cNvPr>
          <p:cNvSpPr/>
          <p:nvPr/>
        </p:nvSpPr>
        <p:spPr>
          <a:xfrm>
            <a:off x="9225990" y="3028306"/>
            <a:ext cx="267209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Sube el archivo ZIP de Pro Elements desde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Plugins → Subir plugin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actívalo.</a:t>
            </a:r>
            <a:endParaRPr lang="en-US" sz="145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7CAC3F7-236D-4991-ADEC-1B11D543B6F1}"/>
              </a:ext>
            </a:extLst>
          </p:cNvPr>
          <p:cNvSpPr/>
          <p:nvPr/>
        </p:nvSpPr>
        <p:spPr>
          <a:xfrm>
            <a:off x="997053" y="1831586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b="0" cap="none" spc="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59970264-BCE9-4ADE-BF12-036788979511}"/>
              </a:ext>
            </a:extLst>
          </p:cNvPr>
          <p:cNvSpPr/>
          <p:nvPr/>
        </p:nvSpPr>
        <p:spPr>
          <a:xfrm rot="10800000">
            <a:off x="740807" y="2075542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FBF4815-1456-4A7F-9462-0F21C3EEAD71}"/>
              </a:ext>
            </a:extLst>
          </p:cNvPr>
          <p:cNvSpPr/>
          <p:nvPr/>
        </p:nvSpPr>
        <p:spPr>
          <a:xfrm>
            <a:off x="1010779" y="2341783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79951055-0AB7-42EE-B1FE-BCF9B8CF219E}"/>
              </a:ext>
            </a:extLst>
          </p:cNvPr>
          <p:cNvSpPr/>
          <p:nvPr/>
        </p:nvSpPr>
        <p:spPr>
          <a:xfrm rot="10800000">
            <a:off x="768731" y="2568082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EAD1D84-5730-4E7F-BAD6-FC0CC83EE6A9}"/>
              </a:ext>
            </a:extLst>
          </p:cNvPr>
          <p:cNvSpPr/>
          <p:nvPr/>
        </p:nvSpPr>
        <p:spPr>
          <a:xfrm>
            <a:off x="2892587" y="99498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73AFA7CB-4017-4FE1-B168-36F491C69FF9}"/>
              </a:ext>
            </a:extLst>
          </p:cNvPr>
          <p:cNvSpPr/>
          <p:nvPr/>
        </p:nvSpPr>
        <p:spPr>
          <a:xfrm rot="10800000">
            <a:off x="2650539" y="325797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36382B6-24CE-432C-A3AE-F41264EDBB27}"/>
              </a:ext>
            </a:extLst>
          </p:cNvPr>
          <p:cNvSpPr/>
          <p:nvPr/>
        </p:nvSpPr>
        <p:spPr>
          <a:xfrm>
            <a:off x="4855107" y="1306101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D333FEFF-6E83-4117-937C-3A2030F18A78}"/>
              </a:ext>
            </a:extLst>
          </p:cNvPr>
          <p:cNvSpPr/>
          <p:nvPr/>
        </p:nvSpPr>
        <p:spPr>
          <a:xfrm rot="10800000">
            <a:off x="4613059" y="1532400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D14B82B-0741-4FF5-8D95-5249161353D8}"/>
              </a:ext>
            </a:extLst>
          </p:cNvPr>
          <p:cNvSpPr/>
          <p:nvPr/>
        </p:nvSpPr>
        <p:spPr>
          <a:xfrm>
            <a:off x="6338048" y="3293462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BF1F0397-0BD9-4DFA-88AD-A8BD45053CC5}"/>
              </a:ext>
            </a:extLst>
          </p:cNvPr>
          <p:cNvSpPr/>
          <p:nvPr/>
        </p:nvSpPr>
        <p:spPr>
          <a:xfrm rot="10800000">
            <a:off x="6096000" y="3519761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F9B8445-6128-4A7E-B7C5-7DE3601E4857}"/>
              </a:ext>
            </a:extLst>
          </p:cNvPr>
          <p:cNvSpPr/>
          <p:nvPr/>
        </p:nvSpPr>
        <p:spPr>
          <a:xfrm>
            <a:off x="3513069" y="5989061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6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18DA3DBB-AAE1-48EE-B73C-E464B4AFC1CC}"/>
              </a:ext>
            </a:extLst>
          </p:cNvPr>
          <p:cNvSpPr/>
          <p:nvPr/>
        </p:nvSpPr>
        <p:spPr>
          <a:xfrm rot="10800000">
            <a:off x="3271021" y="6215360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680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30A57D-D6CD-4282-9CF3-8ABAEBC28D6E}"/>
              </a:ext>
            </a:extLst>
          </p:cNvPr>
          <p:cNvSpPr/>
          <p:nvPr/>
        </p:nvSpPr>
        <p:spPr>
          <a:xfrm>
            <a:off x="-12836" y="0"/>
            <a:ext cx="9007247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F582B2F-4330-4584-9771-8EBFACE1D325}"/>
              </a:ext>
            </a:extLst>
          </p:cNvPr>
          <p:cNvSpPr/>
          <p:nvPr/>
        </p:nvSpPr>
        <p:spPr>
          <a:xfrm>
            <a:off x="10990729" y="6508376"/>
            <a:ext cx="1201271" cy="3496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EFE7917-DD2A-436E-9C95-1A5E7F484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140"/>
            <a:ext cx="8923867" cy="5707720"/>
          </a:xfrm>
          <a:prstGeom prst="rect">
            <a:avLst/>
          </a:prstGeom>
        </p:spPr>
      </p:pic>
      <p:sp>
        <p:nvSpPr>
          <p:cNvPr id="5" name="Shape 6">
            <a:extLst>
              <a:ext uri="{FF2B5EF4-FFF2-40B4-BE49-F238E27FC236}">
                <a16:creationId xmlns:a16="http://schemas.microsoft.com/office/drawing/2014/main" id="{C36D118B-0444-4E57-9B9F-792BAA8675EC}"/>
              </a:ext>
            </a:extLst>
          </p:cNvPr>
          <p:cNvSpPr/>
          <p:nvPr/>
        </p:nvSpPr>
        <p:spPr>
          <a:xfrm>
            <a:off x="9043072" y="2774040"/>
            <a:ext cx="3056853" cy="1671141"/>
          </a:xfrm>
          <a:prstGeom prst="roundRect">
            <a:avLst>
              <a:gd name="adj" fmla="val 4676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779966E3-9182-4E0F-BF7D-CC5F0D1A5B75}"/>
              </a:ext>
            </a:extLst>
          </p:cNvPr>
          <p:cNvSpPr/>
          <p:nvPr/>
        </p:nvSpPr>
        <p:spPr>
          <a:xfrm>
            <a:off x="9235452" y="2966426"/>
            <a:ext cx="267209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Instalar Pro Elements</a:t>
            </a:r>
            <a:endParaRPr lang="en-US" sz="18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49728F10-7160-44AE-AEEB-FDAB613C008F}"/>
              </a:ext>
            </a:extLst>
          </p:cNvPr>
          <p:cNvSpPr/>
          <p:nvPr/>
        </p:nvSpPr>
        <p:spPr>
          <a:xfrm>
            <a:off x="9235452" y="3366972"/>
            <a:ext cx="267209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</a:t>
            </a:r>
            <a:r>
              <a:rPr lang="es-BO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s-BO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s-BO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tendrás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s-BO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instalado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s-BO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elementor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PRO </a:t>
            </a:r>
            <a:r>
              <a:rPr lang="es-BO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elements</a:t>
            </a:r>
            <a:r>
              <a:rPr lang="es-BO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s-BO" sz="145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A92F9962-3B36-4376-A4B1-9FFEE6C25384}"/>
              </a:ext>
            </a:extLst>
          </p:cNvPr>
          <p:cNvSpPr/>
          <p:nvPr/>
        </p:nvSpPr>
        <p:spPr>
          <a:xfrm>
            <a:off x="1058333" y="4469082"/>
            <a:ext cx="973667" cy="53910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3928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D306B5-AAA3-420F-AFA5-65B41DB2D052}"/>
              </a:ext>
            </a:extLst>
          </p:cNvPr>
          <p:cNvSpPr/>
          <p:nvPr/>
        </p:nvSpPr>
        <p:spPr>
          <a:xfrm>
            <a:off x="55033" y="615354"/>
            <a:ext cx="12081934" cy="62053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8B24C9F7-085E-4D56-96FB-F7A912FDD070}"/>
              </a:ext>
            </a:extLst>
          </p:cNvPr>
          <p:cNvSpPr/>
          <p:nvPr/>
        </p:nvSpPr>
        <p:spPr>
          <a:xfrm>
            <a:off x="2947570" y="37257"/>
            <a:ext cx="6296860" cy="1375866"/>
          </a:xfrm>
          <a:prstGeom prst="roundRect">
            <a:avLst>
              <a:gd name="adj" fmla="val 568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A79FC951-E244-4F20-9876-5F8249721A31}"/>
              </a:ext>
            </a:extLst>
          </p:cNvPr>
          <p:cNvSpPr/>
          <p:nvPr/>
        </p:nvSpPr>
        <p:spPr>
          <a:xfrm>
            <a:off x="3139951" y="229642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🎨</a:t>
            </a: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Crear tu primera página</a:t>
            </a:r>
            <a:endParaRPr lang="en-US" sz="1800" dirty="0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A65BCD18-5A42-4ED5-9787-0AD985CC8DA5}"/>
              </a:ext>
            </a:extLst>
          </p:cNvPr>
          <p:cNvSpPr/>
          <p:nvPr/>
        </p:nvSpPr>
        <p:spPr>
          <a:xfrm>
            <a:off x="3139951" y="630188"/>
            <a:ext cx="591209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 a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Páginas → Añadir nueva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haz clic en "Editar con Elementor" para empezar a diseñar.</a:t>
            </a:r>
            <a:endParaRPr lang="en-US" sz="145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764030-9B44-4D7B-BC99-1D93114FAB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1678"/>
          <a:stretch/>
        </p:blipFill>
        <p:spPr>
          <a:xfrm>
            <a:off x="195943" y="1427957"/>
            <a:ext cx="5323790" cy="527142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552993A-903B-49D5-9490-90B67C3FBC69}"/>
              </a:ext>
            </a:extLst>
          </p:cNvPr>
          <p:cNvSpPr/>
          <p:nvPr/>
        </p:nvSpPr>
        <p:spPr>
          <a:xfrm>
            <a:off x="1186270" y="3044279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b="0" cap="none" spc="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DF33E678-A41D-4719-B3D9-EBF3E7F3B07C}"/>
              </a:ext>
            </a:extLst>
          </p:cNvPr>
          <p:cNvSpPr/>
          <p:nvPr/>
        </p:nvSpPr>
        <p:spPr>
          <a:xfrm rot="10800000">
            <a:off x="930024" y="3288235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A27BC04-2D61-4FB6-A786-D4DD63FCBB2E}"/>
              </a:ext>
            </a:extLst>
          </p:cNvPr>
          <p:cNvSpPr/>
          <p:nvPr/>
        </p:nvSpPr>
        <p:spPr>
          <a:xfrm>
            <a:off x="2832245" y="3288235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60D939AD-28F9-4A7B-8838-AF5A8F9EF920}"/>
              </a:ext>
            </a:extLst>
          </p:cNvPr>
          <p:cNvSpPr/>
          <p:nvPr/>
        </p:nvSpPr>
        <p:spPr>
          <a:xfrm rot="10800000">
            <a:off x="2575999" y="3532191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3F5DFB2-F05D-4C09-8E4E-F1F77C3E1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643" y="1427957"/>
            <a:ext cx="6335414" cy="5430043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08A847FD-8C48-4F03-85CA-2404941FA7EB}"/>
              </a:ext>
            </a:extLst>
          </p:cNvPr>
          <p:cNvSpPr/>
          <p:nvPr/>
        </p:nvSpPr>
        <p:spPr>
          <a:xfrm>
            <a:off x="8673616" y="1648620"/>
            <a:ext cx="37843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BO" sz="4400" dirty="0">
                <a:ln w="0"/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endParaRPr lang="es-ES" sz="4400" b="0" cap="none" spc="0" dirty="0">
              <a:ln w="0"/>
              <a:solidFill>
                <a:srgbClr val="FFC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7B2C231F-5BA2-4C39-97CB-2D5991E4FA79}"/>
              </a:ext>
            </a:extLst>
          </p:cNvPr>
          <p:cNvSpPr/>
          <p:nvPr/>
        </p:nvSpPr>
        <p:spPr>
          <a:xfrm rot="10800000">
            <a:off x="8417370" y="1892576"/>
            <a:ext cx="242047" cy="340659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2765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209E9D3-A726-4D5F-9C65-CAF7F202F3B2}"/>
              </a:ext>
            </a:extLst>
          </p:cNvPr>
          <p:cNvSpPr/>
          <p:nvPr/>
        </p:nvSpPr>
        <p:spPr>
          <a:xfrm>
            <a:off x="55033" y="615354"/>
            <a:ext cx="12081934" cy="62053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16BFD60F-8154-4E70-8539-A1211DCC5D48}"/>
              </a:ext>
            </a:extLst>
          </p:cNvPr>
          <p:cNvSpPr/>
          <p:nvPr/>
        </p:nvSpPr>
        <p:spPr>
          <a:xfrm>
            <a:off x="2947570" y="37257"/>
            <a:ext cx="6296860" cy="1375866"/>
          </a:xfrm>
          <a:prstGeom prst="roundRect">
            <a:avLst>
              <a:gd name="adj" fmla="val 568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80A5F64-6B47-4CD7-92B4-9B5A006C8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59" y="1520890"/>
            <a:ext cx="11915192" cy="5223957"/>
          </a:xfrm>
          <a:prstGeom prst="rect">
            <a:avLst/>
          </a:prstGeom>
        </p:spPr>
      </p:pic>
      <p:sp>
        <p:nvSpPr>
          <p:cNvPr id="5" name="Text 10">
            <a:extLst>
              <a:ext uri="{FF2B5EF4-FFF2-40B4-BE49-F238E27FC236}">
                <a16:creationId xmlns:a16="http://schemas.microsoft.com/office/drawing/2014/main" id="{4C78327D-2A05-46AA-8DE2-09CD9960BC01}"/>
              </a:ext>
            </a:extLst>
          </p:cNvPr>
          <p:cNvSpPr/>
          <p:nvPr/>
        </p:nvSpPr>
        <p:spPr>
          <a:xfrm>
            <a:off x="3139951" y="229642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🎨</a:t>
            </a: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Crear tu primera página</a:t>
            </a:r>
            <a:endParaRPr lang="en-US" sz="1800" dirty="0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927307F8-5772-4B97-B613-BBB002A924F2}"/>
              </a:ext>
            </a:extLst>
          </p:cNvPr>
          <p:cNvSpPr/>
          <p:nvPr/>
        </p:nvSpPr>
        <p:spPr>
          <a:xfrm>
            <a:off x="3139951" y="630188"/>
            <a:ext cx="591209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s-BO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</a:rPr>
              <a:t>Empieza a diseñar!</a:t>
            </a:r>
            <a:endParaRPr lang="es-BO" sz="1450" dirty="0"/>
          </a:p>
        </p:txBody>
      </p:sp>
    </p:spTree>
    <p:extLst>
      <p:ext uri="{BB962C8B-B14F-4D97-AF65-F5344CB8AC3E}">
        <p14:creationId xmlns:p14="http://schemas.microsoft.com/office/powerpoint/2010/main" val="3524934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7D324E6-54B6-4A66-846A-55BF66DD7D85}"/>
              </a:ext>
            </a:extLst>
          </p:cNvPr>
          <p:cNvSpPr/>
          <p:nvPr/>
        </p:nvSpPr>
        <p:spPr>
          <a:xfrm>
            <a:off x="55033" y="615354"/>
            <a:ext cx="12081934" cy="62053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A0DE4031-F079-43BC-AC60-7FFF9BE8A541}"/>
              </a:ext>
            </a:extLst>
          </p:cNvPr>
          <p:cNvSpPr/>
          <p:nvPr/>
        </p:nvSpPr>
        <p:spPr>
          <a:xfrm>
            <a:off x="2947570" y="37256"/>
            <a:ext cx="6296860" cy="6662124"/>
          </a:xfrm>
          <a:prstGeom prst="roundRect">
            <a:avLst>
              <a:gd name="adj" fmla="val 568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F5AF634A-5B8F-45CE-8C04-FE5C153BE9FD}"/>
              </a:ext>
            </a:extLst>
          </p:cNvPr>
          <p:cNvSpPr/>
          <p:nvPr/>
        </p:nvSpPr>
        <p:spPr>
          <a:xfrm>
            <a:off x="3139951" y="229642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🎨</a:t>
            </a: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Crear tu primera página</a:t>
            </a:r>
            <a:endParaRPr lang="en-US" sz="1800" dirty="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D1277A3F-9B60-4847-AEFE-4C1B539C812E}"/>
              </a:ext>
            </a:extLst>
          </p:cNvPr>
          <p:cNvSpPr/>
          <p:nvPr/>
        </p:nvSpPr>
        <p:spPr>
          <a:xfrm>
            <a:off x="3139951" y="630187"/>
            <a:ext cx="5912099" cy="5998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s-BO" sz="1450" dirty="0">
                <a:latin typeface="Roboto" pitchFamily="34" charset="0"/>
                <a:ea typeface="Roboto" pitchFamily="34" charset="-122"/>
              </a:rPr>
              <a:t>Para a ingresar a tu pagina </a:t>
            </a:r>
          </a:p>
          <a:p>
            <a:pPr algn="ctr">
              <a:lnSpc>
                <a:spcPct val="132000"/>
              </a:lnSpc>
            </a:pPr>
            <a:r>
              <a:rPr lang="es-BO" sz="1450" dirty="0">
                <a:latin typeface="Roboto" pitchFamily="34" charset="0"/>
                <a:ea typeface="Roboto" pitchFamily="34" charset="-122"/>
              </a:rPr>
              <a:t>Usas el link: http://localhost/”nombre de tu pagina”/</a:t>
            </a:r>
          </a:p>
          <a:p>
            <a:pPr algn="ctr">
              <a:lnSpc>
                <a:spcPct val="132000"/>
              </a:lnSpc>
            </a:pPr>
            <a:endParaRPr lang="es-BO" sz="1450" dirty="0">
              <a:latin typeface="Roboto" pitchFamily="34" charset="0"/>
              <a:ea typeface="Roboto" pitchFamily="34" charset="-122"/>
            </a:endParaRPr>
          </a:p>
          <a:p>
            <a:pPr algn="ctr">
              <a:lnSpc>
                <a:spcPct val="132000"/>
              </a:lnSpc>
            </a:pPr>
            <a:endParaRPr lang="es-BO" sz="1450" dirty="0">
              <a:latin typeface="Roboto" pitchFamily="34" charset="0"/>
              <a:ea typeface="Roboto" pitchFamily="34" charset="-122"/>
            </a:endParaRPr>
          </a:p>
          <a:p>
            <a:pPr algn="ctr">
              <a:lnSpc>
                <a:spcPct val="132000"/>
              </a:lnSpc>
            </a:pPr>
            <a:endParaRPr lang="es-BO" sz="1450" dirty="0">
              <a:latin typeface="Roboto" pitchFamily="34" charset="0"/>
              <a:ea typeface="Roboto" pitchFamily="34" charset="-122"/>
            </a:endParaRPr>
          </a:p>
          <a:p>
            <a:pPr algn="ctr">
              <a:lnSpc>
                <a:spcPct val="132000"/>
              </a:lnSpc>
            </a:pPr>
            <a:endParaRPr lang="es-BO" sz="1450" dirty="0">
              <a:latin typeface="Roboto" pitchFamily="34" charset="0"/>
              <a:ea typeface="Roboto" pitchFamily="34" charset="-122"/>
            </a:endParaRPr>
          </a:p>
          <a:p>
            <a:pPr algn="ctr">
              <a:lnSpc>
                <a:spcPct val="132000"/>
              </a:lnSpc>
            </a:pPr>
            <a:endParaRPr lang="es-BO" sz="1450" dirty="0">
              <a:latin typeface="Roboto" pitchFamily="34" charset="0"/>
              <a:ea typeface="Roboto" pitchFamily="34" charset="-122"/>
            </a:endParaRPr>
          </a:p>
          <a:p>
            <a:pPr algn="ctr">
              <a:lnSpc>
                <a:spcPct val="132000"/>
              </a:lnSpc>
            </a:pPr>
            <a:endParaRPr lang="es-BO" sz="1450" dirty="0">
              <a:latin typeface="Roboto" pitchFamily="34" charset="0"/>
              <a:ea typeface="Roboto" pitchFamily="34" charset="-122"/>
            </a:endParaRPr>
          </a:p>
          <a:p>
            <a:pPr algn="ctr">
              <a:lnSpc>
                <a:spcPct val="132000"/>
              </a:lnSpc>
            </a:pPr>
            <a:endParaRPr lang="es-BO" sz="1450" dirty="0">
              <a:latin typeface="Roboto" pitchFamily="34" charset="0"/>
              <a:ea typeface="Roboto" pitchFamily="34" charset="-122"/>
            </a:endParaRPr>
          </a:p>
          <a:p>
            <a:pPr algn="ctr">
              <a:lnSpc>
                <a:spcPct val="132000"/>
              </a:lnSpc>
            </a:pPr>
            <a:r>
              <a:rPr lang="es-BO" sz="1450" dirty="0">
                <a:latin typeface="Roboto" pitchFamily="34" charset="0"/>
                <a:ea typeface="Roboto" pitchFamily="34" charset="-122"/>
              </a:rPr>
              <a:t>Para ingresar al editor de tu WordPress</a:t>
            </a:r>
          </a:p>
          <a:p>
            <a:pPr algn="ctr">
              <a:lnSpc>
                <a:spcPct val="132000"/>
              </a:lnSpc>
            </a:pPr>
            <a:r>
              <a:rPr lang="es-BO" sz="1450" dirty="0">
                <a:latin typeface="Roboto" pitchFamily="34" charset="0"/>
                <a:ea typeface="Roboto" pitchFamily="34" charset="-122"/>
              </a:rPr>
              <a:t>Usas el link: http://localhost/”nombre de tu pagina”/wp-admin/</a:t>
            </a:r>
          </a:p>
          <a:p>
            <a:pPr algn="ctr">
              <a:lnSpc>
                <a:spcPct val="132000"/>
              </a:lnSpc>
            </a:pPr>
            <a:endParaRPr lang="es-BO" sz="145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E7DE018-938E-463F-9E5D-9E1A015EB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45" y="3834882"/>
            <a:ext cx="11055825" cy="2985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28610C5-148E-4B76-850F-D340E8FF7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45" y="1187927"/>
            <a:ext cx="11055825" cy="213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46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189</Words>
  <Application>Microsoft Office PowerPoint</Application>
  <PresentationFormat>Panorámica</PresentationFormat>
  <Paragraphs>37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Raleway</vt:lpstr>
      <vt:lpstr>Calibri</vt:lpstr>
      <vt:lpstr>Arial</vt:lpstr>
      <vt:lpstr>Roboto</vt:lpstr>
      <vt:lpstr>Roboto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jhonattan brayan delgadillo casillas</dc:creator>
  <cp:lastModifiedBy>jhonattan brayan delgadillo casillas</cp:lastModifiedBy>
  <cp:revision>13</cp:revision>
  <dcterms:created xsi:type="dcterms:W3CDTF">2026-09-18T00:46:34Z</dcterms:created>
  <dcterms:modified xsi:type="dcterms:W3CDTF">2026-09-18T02:30:13Z</dcterms:modified>
</cp:coreProperties>
</file>