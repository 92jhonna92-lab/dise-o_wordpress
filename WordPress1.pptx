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DD4858-ED0C-43BE-B707-6DEE6DDF4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4BD9C4-1AB8-4C90-88E7-EB2471CAF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B10517-E317-436F-8167-69966DE7A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EC4F-A41C-4C84-9C51-F518ED1F9AF1}" type="datetimeFigureOut">
              <a:rPr lang="es-ES" smtClean="0"/>
              <a:t>17/09/2026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EDEA4-9FCF-45AC-B3BF-C056B26C3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8528B0-9B2A-4E1B-8401-28CA770FC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D678-B0BB-4989-8F15-2F778E08A2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0469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B23951-55E0-440E-AF40-6F7B03088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36730C-A613-4F16-9249-6E7C4727F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AAB302-3AF5-495D-97FB-282BF015E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EC4F-A41C-4C84-9C51-F518ED1F9AF1}" type="datetimeFigureOut">
              <a:rPr lang="es-ES" smtClean="0"/>
              <a:t>17/09/2026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374932-1D35-40AD-9F06-88E49173F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9219EA-B1C1-4A1C-A383-D4EAC71D5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D678-B0BB-4989-8F15-2F778E08A2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2912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45AF8-9AF9-4752-B528-054CD617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0AE197-F3E3-4E7A-95A6-1BDF469B2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DC3442-1123-463E-B526-8E129B040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EC4F-A41C-4C84-9C51-F518ED1F9AF1}" type="datetimeFigureOut">
              <a:rPr lang="es-ES" smtClean="0"/>
              <a:t>17/09/2026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A0B3ED-E081-4290-A271-D34F9EC8E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13B496-17E6-4E36-BA47-21E01EC10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D678-B0BB-4989-8F15-2F778E08A2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8498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061050-546F-4A34-9486-DFC565631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FD851A-165B-4474-BF81-03F25CDFB4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4E2B711-99AF-4795-AD4D-A4A4E62DB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C2957B-1EDF-4D05-B81C-ED51D3DDD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EC4F-A41C-4C84-9C51-F518ED1F9AF1}" type="datetimeFigureOut">
              <a:rPr lang="es-ES" smtClean="0"/>
              <a:t>17/09/2026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ACB637-ED5F-4FCB-ACAC-F2C53595C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22E4F5-EEC1-468F-A098-CE60157D5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D678-B0BB-4989-8F15-2F778E08A2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2239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70A3BE-15A0-46FA-8688-C4D603E8D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F4FEC9-790E-4877-8B39-A291057ED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CFFC5E8-F9C3-4D47-93F2-B6818074E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118DF56-EED8-472F-A46F-74A2A8B31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ADFE95E-7B21-4BF8-881E-4FB3E550B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09F149E-BD30-4A9F-AD1A-09BD1226E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EC4F-A41C-4C84-9C51-F518ED1F9AF1}" type="datetimeFigureOut">
              <a:rPr lang="es-ES" smtClean="0"/>
              <a:t>17/09/2026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12D1C67-7A55-4AC1-A04F-99A6F63EF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F6BE023-7621-4DCE-8A94-A93AAD2CC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D678-B0BB-4989-8F15-2F778E08A2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3550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0BFEA4-ACB2-46B8-89A7-A3BCFFF46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82B6B0E-D31A-4CD3-BE9F-DDDA260AA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EC4F-A41C-4C84-9C51-F518ED1F9AF1}" type="datetimeFigureOut">
              <a:rPr lang="es-ES" smtClean="0"/>
              <a:t>17/09/2026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A201C94-5C9F-4B65-8463-9C71BB47E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7AF5CE6-4C93-4DE5-9EE0-0ADF8A3DD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D678-B0BB-4989-8F15-2F778E08A2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9769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6C731A3-F9E6-4703-8C22-4D936E2EB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EC4F-A41C-4C84-9C51-F518ED1F9AF1}" type="datetimeFigureOut">
              <a:rPr lang="es-ES" smtClean="0"/>
              <a:t>17/09/2026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99A83F4-0E3D-4FF9-8136-C92FE3A8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F39971-99DE-41C9-9E8A-53E18837B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D678-B0BB-4989-8F15-2F778E08A2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2767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7FB3B6-1F52-4168-8A98-0BF442250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CCF4D7-7BF2-4324-BDF2-80E72048D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6E52EB7-19B6-402E-97AD-E60E29AD6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DE62B7-A09F-43DB-B3BE-66C780E99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EC4F-A41C-4C84-9C51-F518ED1F9AF1}" type="datetimeFigureOut">
              <a:rPr lang="es-ES" smtClean="0"/>
              <a:t>17/09/2026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7A5BE-E9AC-4E75-8979-5783C4E9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85B198-CE9D-428A-98F8-3AAF58F9B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D678-B0BB-4989-8F15-2F778E08A2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1984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6468EC-8D89-4050-A3C5-9C81B921D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A45EC70-0BFF-4A62-BB66-C5D118FA8B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37DB15E-DBB0-4D06-8C39-E5F5462C52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4D5B8A7-960C-4A5F-8963-44EC9B53B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EC4F-A41C-4C84-9C51-F518ED1F9AF1}" type="datetimeFigureOut">
              <a:rPr lang="es-ES" smtClean="0"/>
              <a:t>17/09/2026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81A907-A699-4B39-B5CA-08D420B32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C8B569-8764-45E9-B98D-9AD31BDD8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D678-B0BB-4989-8F15-2F778E08A2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9362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BD0161-851D-4086-A90F-9D4E9C857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C56652-87CD-45F8-B9BC-B895E4DED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7CCB17-1DB1-444C-88B1-AE39B5F0F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EC4F-A41C-4C84-9C51-F518ED1F9AF1}" type="datetimeFigureOut">
              <a:rPr lang="es-ES" smtClean="0"/>
              <a:t>17/09/2026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D212FB-427C-4DC9-BBD9-CE66E06FB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2AFE64-2DD2-41CE-B5F2-E14DFF3E6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D678-B0BB-4989-8F15-2F778E08A2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2684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DE3111-B705-4AC5-B051-530BB2FEA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F166AB-9C1A-4E6B-BF6B-58E944786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B5711C-9035-4B43-B3FC-D9530597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AEC4F-A41C-4C84-9C51-F518ED1F9AF1}" type="datetimeFigureOut">
              <a:rPr lang="es-ES" smtClean="0"/>
              <a:t>17/09/2026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C376DE-3756-44D4-AE8F-2E98444F9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5CCB2B-8D00-450E-87B3-A25398211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D678-B0BB-4989-8F15-2F778E08A2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913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1D8A41B-1B22-4760-B910-FBADEFAE5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58074F-F733-4348-BA55-FC24667BD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9114BE-63A3-4C7E-A3BF-35BBF2B599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AEC4F-A41C-4C84-9C51-F518ED1F9AF1}" type="datetimeFigureOut">
              <a:rPr lang="es-ES" smtClean="0"/>
              <a:t>17/09/2026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823770-5974-4914-8228-CF0D6EDCC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6CBCB0-CBAE-4719-B4B2-0FABC8CF4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4D678-B0BB-4989-8F15-2F778E08A2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0908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04FB1-9F11-48F9-9B02-08823D511A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BO" dirty="0"/>
              <a:t>WordPress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958DC9-ECDA-45FA-B133-39F493E15E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BO" dirty="0"/>
              <a:t>Apaza Jorge</a:t>
            </a:r>
          </a:p>
          <a:p>
            <a:r>
              <a:rPr lang="es-BO" dirty="0"/>
              <a:t>Ayala Sergio</a:t>
            </a:r>
          </a:p>
          <a:p>
            <a:r>
              <a:rPr lang="es-BO" dirty="0"/>
              <a:t>Delgadillo Jhonattan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040851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</Words>
  <Application>Microsoft Office PowerPoint</Application>
  <PresentationFormat>Panorámica</PresentationFormat>
  <Paragraphs>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WordPress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WordPress</dc:title>
  <dc:creator>jhonattan brayan delgadillo casillas</dc:creator>
  <cp:lastModifiedBy>jhonattan brayan delgadillo casillas</cp:lastModifiedBy>
  <cp:revision>1</cp:revision>
  <dcterms:created xsi:type="dcterms:W3CDTF">2026-09-18T03:11:28Z</dcterms:created>
  <dcterms:modified xsi:type="dcterms:W3CDTF">2026-09-18T03:13:04Z</dcterms:modified>
</cp:coreProperties>
</file>